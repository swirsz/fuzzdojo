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Light"/>
      <p:regular r:id="rId23"/>
      <p:bold r:id="rId24"/>
      <p:italic r:id="rId25"/>
      <p:boldItalic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Light-bold.fntdata"/><Relationship Id="rId23" Type="http://schemas.openxmlformats.org/officeDocument/2006/relationships/font" Target="fonts/Robot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boldItalic.fntdata"/><Relationship Id="rId25" Type="http://schemas.openxmlformats.org/officeDocument/2006/relationships/font" Target="fonts/RobotoLight-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453b43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453b4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59ffd3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59ffd3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459ffd3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459ffd3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ce90e77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ce90e77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db0f14e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db0f14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db0f14e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db0f14e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db0f14e8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db0f14e8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455f8a6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455f8a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ce90e77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ce90e77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8223438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e822343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e90e77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e90e77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Subtitle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ncy Section Title">
  <p:cSld name="CUSTOM">
    <p:bg>
      <p:bgPr>
        <a:solidFill>
          <a:srgbClr val="351C7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title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deas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title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al Idea">
  <p:cSld name="CUSTOM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endar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earch?q=repo%3Agoogle%2Foss-fuzz+path%3A%2F%5Eprojects%5C%2F%2F++AND+%28language%3AC%2B%2B+OR+language%3AC%29&amp;type=co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introspector.oss-fuzz.com/projects-over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a Project </a:t>
            </a:r>
            <a:br>
              <a:rPr lang="en"/>
            </a:br>
            <a:r>
              <a:rPr lang="en"/>
              <a:t>&amp; Picking a Function to Fuzz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Dojo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Steven Wirsz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Arizona State University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a Simple Project</a:t>
            </a:r>
            <a:endParaRPr i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Fuzz driver difficulty is determined by more than the rated difficulty!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Difficulty Factors: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Existing Drivers: simple, medium, complex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Low LOC counts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Fast Compile Times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Low or Mid-Range Static Code Coverage (more uncovered code)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Any project you are personally familiar with!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Picking a Function to Fuzz</a:t>
            </a:r>
            <a:endParaRPr i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Important Criteria: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make sense to fuzz: understand what the function does!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be on an attack surface: processes untrusted input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Must tolerate any type of input: not exit or crash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Control dependencies: know sequence of functions is executed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Date dependencies: understand normal input to its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Driver Creation Process</a:t>
            </a:r>
            <a:endParaRPr i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Target Identification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Read Training Description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Google the project 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Search for API details, unit tests, interfaces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Study Existing Fuzz Drivers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Program Analysis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 Selection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Identify required input values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Identify functional dependencies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Control-Flow Analysis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Data-Flow Analysis</a:t>
            </a:r>
            <a:endParaRPr sz="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7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Fuzz Driver Creation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Fuzz Driver Development Methodology</a:t>
            </a:r>
            <a:endParaRPr i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good harness achieves both high code coverage and a high rate of bug  identification.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achieve this, you need: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 the CodeBase of the target code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Optimize for code coverage,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cyclomatic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complexity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Deterministic Behavior (No multithreading, no random)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Avoid Intentional Crashes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Fuzz Driver or Expand Existing Driver?</a:t>
            </a:r>
            <a:endParaRPr i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New Fuzz Driver: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Untouched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Unfuzzed interface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Large codebases with complex functions / dependencies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Expand Existing Fuzz Driver: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Fix blocked code (explore the Fuzz Introspector report)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Minor improvements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Smaller codebases calling multiple simple functions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</a:t>
            </a:r>
            <a:r>
              <a:rPr lang="en"/>
              <a:t>1/3</a:t>
            </a:r>
            <a:r>
              <a:rPr lang="en"/>
              <a:t>]</a:t>
            </a:r>
            <a:endParaRPr i="1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Checklist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Run a fuzz introspector report and view the call tree, looking at unreached sections, and determine why these areas are not being hit.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Vary the structure and constraints on your input data. Are many runs failing early due to invalid data types?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Could different parameter combinations hit code not currently being reached?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Examine the functions being called. Could you call functions higher on the call tree to reach more code?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Experiment with different sanitizers and check for hidden errors, revealed by fuzzing runs with address, undefined, thread, and memory sanitizers.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</a:t>
            </a:r>
            <a:r>
              <a:rPr lang="en"/>
              <a:t>2/3</a:t>
            </a:r>
            <a:r>
              <a:rPr lang="en"/>
              <a:t>]</a:t>
            </a:r>
            <a:endParaRPr i="1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Checklist: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Are you using a seed corpus? Can you make this corpus more diverse and also remove redundant samples?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Could implementing additional preconditions be necessary to fulfill control dependencies needed for untouched code?  I.E., do you need to open a file before you can read from it?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Look for complex branch conditions involving checksums, hashes, or magic values.  Could you add custom comparators to your fuzz driver, or bypass these checks by calling functions beyond them?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Are timeouts or memory errors occurring when running your fuzz driver?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Improving Your Fuzz Driver [3/3]</a:t>
            </a:r>
            <a:endParaRPr i="1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457200" y="1200225"/>
            <a:ext cx="8229600" cy="3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Checklist: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Can you improve performance by testing and optimizing your code?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you see the need to extend your fuzz driver by calling additional functions or by creating a different new fuzz driver entirely?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Tricks</a:t>
            </a:r>
            <a:endParaRPr i="1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earch GitHub or blog posts for different projects with a similar theme or structure and adopt their fuzz drivers for your project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existing OSS-Fuzz drivers: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https://github.com/search?q=repo%3Agoogle%2Foss-fuzz+path%3A%2F%5Eprojects%5C%2F%2F++AND+%28language%3AC%2B%2B+OR+language%3AC%29&amp;type=code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Time-Saving Tricks</a:t>
            </a:r>
            <a:endParaRPr i="1"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Tweaking code and  then regenerating coverage reports can be slow.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Compiling and then running your fuzz driver is much faster.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Put Fuzzer into debugging mode, watch output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 print statements into the source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 intentional crashes into the source code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(Example: null pointer dereference)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The project source code is always available in the Fuzz Dojo under “Workspace”, or in the shell under /src-{sanitizer}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Reports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457200" y="1200150"/>
            <a:ext cx="4911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code online on: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https://introspector.oss-fuzz.com/projects-overview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Github repository links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Project statistics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Code coverage of existing fuzz drivers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Browse source code coverage reports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525" y="0"/>
            <a:ext cx="3669475" cy="1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 title="Screenshot 2025-05-11 0958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4525" y="1931800"/>
            <a:ext cx="3669474" cy="322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Introspector</a:t>
            </a:r>
            <a:endParaRPr i="1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analysis tools are useful to analyze source code complexity, function parameters, and findi</a:t>
            </a:r>
            <a:r>
              <a:rPr lang="en"/>
              <a:t>ng</a:t>
            </a:r>
            <a:r>
              <a:rPr lang="en"/>
              <a:t> functions high in the call tree to fuzz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Fuzz Introspector reports can be generated manually or viewed online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Evaluate the effectiveness of existing fuzz drivers or test new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Troubleshoot sections of code the fuzz driver fails to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List possible functions with high reach/complexity to create a new fuzz driver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