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Roboto Light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Light-italic.fntdata"/><Relationship Id="rId25" Type="http://schemas.openxmlformats.org/officeDocument/2006/relationships/font" Target="fonts/RobotoLight-bold.fntdata"/><Relationship Id="rId28" Type="http://schemas.openxmlformats.org/officeDocument/2006/relationships/font" Target="fonts/Oswald-regular.fntdata"/><Relationship Id="rId27" Type="http://schemas.openxmlformats.org/officeDocument/2006/relationships/font" Target="fonts/Roboto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455f8a6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455f8a6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ce90e77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ce90e77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ce90e77f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ce90e77f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ce90e77f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ce90e77f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8223438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8223438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ce90e77f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ce90e77f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ce90e77f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ce90e77f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ce90e77f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ce90e77f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ce90e77f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ce90e77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ce90e77f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ce90e77f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ce90e77f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ce90e77f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e90e77f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ce90e77f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ce90e77f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ce90e77f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3" type="body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Subtitle">
  <p:cSld name="TITLE_ONLY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itle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ncy Section Title">
  <p:cSld name="CUSTOM">
    <p:bg>
      <p:bgPr>
        <a:solidFill>
          <a:srgbClr val="351C75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title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title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deas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title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ral Idea">
  <p:cSld name="CUSTOM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endar">
  <p:cSld name="CUSTOM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st.github.com/mikea/d23a839cba68778d94e0302e8a2c200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ntrospector.oss-fuzz.com/projects-overview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OSS-Fuzz Driver Development</a:t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24.04 VM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Steven Wirsz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Arizona State University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 i="1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modern Linux environment capable of running Docker and Python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(example: </a:t>
            </a:r>
            <a:r>
              <a:rPr lang="en"/>
              <a:t>Ubuntu 24.04 running in VMWare Workstation or Virtualbox)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Docker images can consume significant disk space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Run </a:t>
            </a:r>
            <a:r>
              <a:rPr lang="en" u="sng">
                <a:solidFill>
                  <a:schemeClr val="hlink"/>
                </a:solidFill>
                <a:hlinkClick r:id="rId3"/>
              </a:rPr>
              <a:t>docker-cleanup</a:t>
            </a:r>
            <a:r>
              <a:rPr lang="en"/>
              <a:t> periodically to garbage-collect unused images.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Note: The Bash (Bourne Again SHell) is required for OSS-Fuzz challenges, and OSS-Fuzz specific commands unfortunately do not work in scripts.  Bash is the default shell unless you change it.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 i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Install Docker: (Only needed for local configurations)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curl -sSL https://get.docker.com/ | sh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dockerd-rootless-setuptool.sh install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Install OSS-Fuzz: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clone https://github.com/google/oss-fuzz /opt/oss-fuzz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Pick a project: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cd /opt/oss-fuzz/projects/minizip/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 cont.</a:t>
            </a:r>
            <a:endParaRPr i="1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57200" y="1200150"/>
            <a:ext cx="8229600" cy="3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Examine the configuration needed for the project: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cat Dockerfile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…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apt-get update &amp;&amp; apt-get install -y make cmake pkg-config libssl-dev:i386 zlib1g-dev:i386 libbz2-dev:i386 liblzma-dev:i386 libzstd-dev:i386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…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git clone -b develop https://github.com/zlib-ng/minizip-ng /home/hacker/minizip-ng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Download the project outside of docker: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git clone -b develop https://github.com/zlib-ng/minizip-ng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/home/hacker/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minizip-ng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 cont.</a:t>
            </a:r>
            <a:endParaRPr i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Install VSCode or any other editor: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https://code.visualstudio.com/docs/setup/linux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Open folder containing fuzzing drivers, such as: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/home/hacker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/minizip-ng/test/fuzz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Make a new fuzz driver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cp zip_fuzzer.c new_fuzzer.c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code details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57200" y="1200150"/>
            <a:ext cx="4911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 code online on: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https://introspector.oss-fuzz.com/projects-overview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Github repository links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Project statistics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Code coverage of existing fuzz drivers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Browse source code coverage reports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0611" y="1931800"/>
            <a:ext cx="3243389" cy="321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4525" y="0"/>
            <a:ext cx="3669475" cy="19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 i="1"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in the project folder (/opt/oss-fuzz/projects/minizip/)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edit build.sh and add any code references needed for new_fuzzer.c</a:t>
            </a:r>
            <a:br>
              <a:rPr lang="en"/>
            </a:br>
            <a:r>
              <a:rPr lang="en"/>
              <a:t>       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(not needed for minizip)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Option #1 (copy fuzz driver into docker image): edit Dockerfile and add: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COPY /home/hacker/minizip-ng/test/fuzz/new_fuzzer.c $SRC/minizip-ng/test/fuzz/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Option #2 (specify work folder in commands): edit Dockerfile and disable: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#RUN git clone -b develop https://github.com/zlib-ng/minizip-ng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Google’s OSS-Fuzz Documentation</a:t>
            </a:r>
            <a:endParaRPr i="1"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457200" y="1200150"/>
            <a:ext cx="8424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Fr</a:t>
            </a:r>
            <a:r>
              <a:rPr lang="en" sz="1400"/>
              <a:t>om: https://google.github.io/oss-fuzz/getting-started/new-project-guide/#fuzzer-execution-environment</a:t>
            </a:r>
            <a:endParaRPr sz="12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$ python3 infra/helper.py build_image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build_fuzzers --sanitize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&lt;address/memory/undefined&gt;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check_build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run_fuzzer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--corpus-dir=&lt;path-to-temp-corpus-dir&gt; $PROJECT_NAME &lt;fuzz_target&gt;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build_fuzzers --sanitizer coverage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$ python3 infra/helper.py coverage $PROJECT_NAME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--fuzz-target=&lt;fuzz_target&gt; --corpus-dir=&lt;path-to-temp-corpus-dir&gt;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</a:t>
            </a:r>
            <a:endParaRPr i="1"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457200" y="1155175"/>
            <a:ext cx="8229600" cy="3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</a:t>
            </a:r>
            <a:r>
              <a:rPr lang="en" sz="1700"/>
              <a:t>All commands are assumed to be executed from this root folder: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cd /opt/oss-fuzz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python3 infra/helper.py build_image minizip &amp;&amp; \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python3 infra/helper.py build_fuzzers minizip \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/home/hacker/minizip-ng/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The new_fuzzer driver is NOT compiling!  Let’s diagnose: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cd /opt/oss-fuzz/projects/minizip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grep -rnwI . -e 'LLVMFuzzerTestOneInput'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grep -rnwI . -e 'zip_fuzzer.c'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grep -rnwI . -e 'zip_fuzzer'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./minizip-ng/CMakeLists.txt:976:	configure_fuzz_test(zip_fuzzer)</a:t>
            </a:r>
            <a:br>
              <a:rPr lang="en" sz="1700"/>
            </a:br>
            <a:r>
              <a:rPr lang="en" sz="1700"/>
              <a:t>./minizip-ng/CMakeLists.txt:980:    	install(TARGETS zip_fuzzer RUNTIME DESTINATION "${CMAKE_INSTALL_BINDIR}")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Compile</a:t>
            </a:r>
            <a:endParaRPr i="1"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 ./minizip-ng/CMakeLists.txt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@@ -953,10 +953,12 @@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	configure_fuzz_test(zip_fuzzer)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	configure_fuzz_test(unzip_fuzzer)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	configure_fuzz_test(new_fuzzer)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	if(NOT SKIP_INSTALL_BINARIES AND NOT SKIP_INSTALL_ALL)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	install(TARGETS zip_fuzzer RUNTIME DESTINATION "${CMAKE_INSTALL_BINDIR}")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	install(TARGETS unzip_fuzzer RUNTIME DESTINATION "${CMAKE_INSTALL_BINDIR}")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+    	install(TARGETS new_fuzzer RUNTIME DESTINATION "${CMAKE_INSTALL_BINDIR}")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	endif()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endif()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edit Dockerfile (If Option #1)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COPY /home/hacker/minizip-ng/CMakeLists.txt $SRC/minizip-ng/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Verifying the Fix</a:t>
            </a:r>
            <a:endParaRPr i="1"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python3 infra/helper.py build_fuzzers minizip \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/home/hacker/minizip-ng/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 sz="1600"/>
              <a:t>[ 73%] Built target minizip</a:t>
            </a:r>
            <a:br>
              <a:rPr lang="en" sz="1600"/>
            </a:br>
            <a:r>
              <a:rPr lang="en" sz="1600"/>
              <a:t>[ 78%] Building C object CMakeFiles/unzip_fuzzer.dir/test/fuzz/unzip_fuzzer.c.o</a:t>
            </a:r>
            <a:br>
              <a:rPr lang="en" sz="1600"/>
            </a:br>
            <a:r>
              <a:rPr lang="en" sz="1600"/>
              <a:t>[ 86%] Building C object CMakeFiles/new_fuzzer.dir/test/fuzz/new_fuzzer.c.o</a:t>
            </a:r>
            <a:br>
              <a:rPr lang="en" sz="1600"/>
            </a:br>
            <a:r>
              <a:rPr lang="en" sz="1600"/>
              <a:t>[ 86%] Building C object CMakeFiles/zip_fuzzer.dir/test/fuzz/zip_fuzzer.c.o</a:t>
            </a:r>
            <a:br>
              <a:rPr lang="en" sz="1600"/>
            </a:br>
            <a:r>
              <a:rPr lang="en" sz="1600"/>
              <a:t>[ 91%] Linking CXX executable zip_fuzzer</a:t>
            </a:r>
            <a:br>
              <a:rPr lang="en" sz="1600"/>
            </a:br>
            <a:r>
              <a:rPr lang="en" sz="1600"/>
              <a:t>[ 95%] Linking CXX executable unzip_fuzzer</a:t>
            </a:r>
            <a:br>
              <a:rPr lang="en" sz="1600"/>
            </a:br>
            <a:r>
              <a:rPr lang="en" sz="1600"/>
              <a:t>[100%] Linking CXX executable new_fuzzer</a:t>
            </a:r>
            <a:br>
              <a:rPr lang="en" sz="1600"/>
            </a:br>
            <a:r>
              <a:rPr lang="en" sz="1600"/>
              <a:t>[100%] Built target new_fuzzer</a:t>
            </a:r>
            <a:br>
              <a:rPr lang="en" sz="1600"/>
            </a:br>
            <a:r>
              <a:rPr lang="en" sz="1600"/>
              <a:t>[100%] Built target unzip_fuzzer</a:t>
            </a:r>
            <a:br>
              <a:rPr lang="en" sz="1600"/>
            </a:br>
            <a:r>
              <a:rPr lang="en" sz="1600"/>
              <a:t>[100%] Built target zip_fuzzer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overage report for new_fuzzer only</a:t>
            </a:r>
            <a:endParaRPr i="1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build_fuzzers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/home/hacker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/minizip-ng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--corpus-dir=/opt/oss-fuzz/build/corpus/minizip/new_fuzzer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new_fuzzer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build_fuzzers --sanitizer coverage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/home/hacker/minizip-ng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coverage --fuzz-target=new_fuzzer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--corpus-dir=/opt/oss-fuzz/build/corpus/minizip/new_fuzzer minizip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 report for all fuzz drivers combined</a:t>
            </a:r>
            <a:endParaRPr i="1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57200" y="1200150"/>
            <a:ext cx="84189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build_fuzzers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/home/hacker/minizip-ng/ 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--corpus-dir=/opt/oss-fuzz/build/corpus/minizip/new_fuzzer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new_fuzzer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--corpus-dir=/opt/oss-fuzz/build/corpus/minizip/unzip_fuzzer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unzip_fuzzer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--corpus-dir=/opt/oss-fuzz/build/corpus/minizip/zip_fuzzer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zip_fuzzer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build_fuzzers --sanitizer coverage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/home/hacker/minizip-ng/</a:t>
            </a: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coverage --no-corpus-download minizip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Introspector</a:t>
            </a:r>
            <a:endParaRPr i="1"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457200" y="1200150"/>
            <a:ext cx="835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for syntax options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python3 infra/helper.py introspector -h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Create report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python3 infra/helper.py introspector minizip \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/home/hacker/minizip-ng/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View in html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python3 -m http.server 8008 --directory 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/opt/oss-fuzz/build/out/minizip/introspector-report/inspector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(open Fuzz_report.html)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