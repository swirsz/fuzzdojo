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Light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italic.fntdata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font" Target="fonts/Roboto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bold.fntdata"/><Relationship Id="rId6" Type="http://schemas.openxmlformats.org/officeDocument/2006/relationships/slide" Target="slides/slide1.xml"/><Relationship Id="rId18" Type="http://schemas.openxmlformats.org/officeDocument/2006/relationships/font" Target="fonts/Robot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453b43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453b4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dc5d968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dc5d968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dc5d968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dc5d968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dc5d968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dc5d968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c5d968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dc5d968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dc5d9684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dc5d9684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dc5d9684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dc5d9684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Subtitle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ncy Section Title">
  <p:cSld name="CUSTOM">
    <p:bg>
      <p:bgPr>
        <a:solidFill>
          <a:srgbClr val="351C7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title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deas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title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al Idea">
  <p:cSld name="CUSTOM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endar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and Running Reports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Dojo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Steven Wirsz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Arizona State University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457200" y="1024000"/>
            <a:ext cx="8229600" cy="4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Note that these are only available in fuzz-dojo challenges. For OSS-Fuzz challenges, `oss_help` displays oss-fuzz specific commands.  /src-orig Is never used except to initially create the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/src-{sanitizer}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folder on the first build.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Build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/challenge/build (sanitizer)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compiles the project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Copies fuzz driver source code into `</a:t>
            </a:r>
            <a:r>
              <a:rPr b="1" i="1" lang="en" sz="1600">
                <a:latin typeface="Consolas"/>
                <a:ea typeface="Consolas"/>
                <a:cs typeface="Consolas"/>
                <a:sym typeface="Consolas"/>
              </a:rPr>
              <a:t>/home/hacker/fuzz-dojo/(project)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Project Source code is placed in `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/src-orig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working code will be stored in `/src-{sanitizer}` such as `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/src-none, /src-address, /src-memory /src-undefined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/src-thread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 Fuzz drivers are placed in `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/out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Reb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uild: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`/challenge/rebuild (sanitizer)` </a:t>
            </a:r>
            <a:br>
              <a:rPr b="1" lang="en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Recompiles ONLY the fuzz drivers and not the entire project.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This command is used primarily to check for compile errors.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It may or may not replace the compiled fuzz driver in the /OUT directory!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Run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/out/(driver)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 </a:t>
            </a:r>
            <a:br>
              <a:rPr b="1" lang="en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Runs a fuzz driver compiled with `/challenge/build`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LOC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`/challenge/loc (sanitizer) (driver)`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b="1" lang="en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Compiles and runs all fuzz drivers for 30 seconds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Reports LOC and functional coverage of each fuzz driver and the entire project.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`(driver)` is an OPTIONAL value of exactly 1 fuzz driver to execute and provide coverage data.  If this is not provided, all of the fuzz drivers will be compiled. Example: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/challenge/loc newfuzzer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Fuzz Introspector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`/challenge/fuzz-introspector`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b="1" lang="en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Compiles project and creates Fuzz Introspector report that can be viewed in a web browser under `Desktop`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Other Commands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 Web server to view coverage report previously generated by `/challenge/loc`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`fi-report`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 Web server to view coverage report previously generated by `/challenge/fuzz-introspector`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`loc-report`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 LOC report previously generated by `/challenge/loc`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Fuzz-Dojo Commands </a:t>
            </a:r>
            <a:endParaRPr i="1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Other Commands: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`find-drv (keyword)`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Locates all fuzz drivers in source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(keyword) is an OPTIONAL value to search the source code for, rather than fuzz driver references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`drivers`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Lists all fuzz drivers within `/out`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`test-crashes`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Tests all crash files within the `/out` directory by executing all fuzz drivers with all crash files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