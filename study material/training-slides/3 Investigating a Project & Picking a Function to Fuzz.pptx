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Oswald" panose="020B0604020202020204" charset="0"/>
      <p:regular r:id="rId16"/>
      <p:bold r:id="rId17"/>
    </p:embeddedFont>
    <p:embeddedFont>
      <p:font typeface="Roboto" panose="020B0604020202020204" charset="0"/>
      <p:regular r:id="rId18"/>
      <p:bold r:id="rId19"/>
      <p:italic r:id="rId20"/>
      <p:boldItalic r:id="rId21"/>
    </p:embeddedFont>
    <p:embeddedFont>
      <p:font typeface="Roboto Light" panose="020B060402020202020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3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85455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971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453b43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453b43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780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464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59ffd3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59ffd3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23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459ffd37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459ffd37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435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ce90e77f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ce90e77f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801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db0f14e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db0f14e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10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db0f14e8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db0f14e8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88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db0f14e8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db0f14e8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50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455f8a6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455f8a6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10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ce90e77f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ce90e77f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883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8223438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e8223438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314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e90e77f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e90e77f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38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AND_TWO_COLUMNS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3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Subtitle">
  <p:cSld name="TITLE_ONLY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ncy Section Title">
  <p:cSld name="CUSTOM">
    <p:bg>
      <p:bgPr>
        <a:solidFill>
          <a:srgbClr val="351C7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2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deas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ral Idea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endar">
  <p:cSld name="CUSTOM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arch?q=repo:google/oss-fuzz+path:/%5eprojects\//++AND+(language:C%2B%2B+OR+language:C)&amp;type=cod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ospector.oss-fuzz.com/projects-overvie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a Project </a:t>
            </a:r>
            <a:br>
              <a:rPr lang="en"/>
            </a:br>
            <a:r>
              <a:rPr lang="en"/>
              <a:t>&amp; Picking a Function to Fuzz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579863" y="2884658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a Simple Project</a:t>
            </a:r>
            <a:endParaRPr i="1"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Fuzz driver difficulty is determined by more than the rated difficulty!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Difficulty Factors: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Existing Drivers: simple, medium, complex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Low LOC counts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Fast Compile Times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Low or Mid-Range Static Code Coverage (more uncovered code)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Any project you are personally familiar with!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Picking a Function to Fuzz</a:t>
            </a:r>
            <a:endParaRPr i="1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Important Criteria: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make sense to fuzz: understand what the function does!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be on an attack surface: processes untrusted input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tolerate any type of input: not exit or crash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Control dependencies: know sequence of functions is executed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Date dependencies: understand normal input to its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Driver Creation Process</a:t>
            </a:r>
            <a:endParaRPr i="1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Target Identification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Read Training Description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Google the project 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Search for API details, unit tests, interfaces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Study Existing Fuzz Drivers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Program Analysis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Selection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Identify required input values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Identify functional dependencies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Control-Flow Analysis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Data-Flow Analysis</a:t>
            </a:r>
            <a:endParaRPr sz="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 sz="700">
                <a:latin typeface="Consolas"/>
                <a:ea typeface="Consolas"/>
                <a:cs typeface="Consolas"/>
                <a:sym typeface="Consolas"/>
              </a:rPr>
            </a:br>
            <a:r>
              <a:rPr lang="en" b="1">
                <a:latin typeface="Roboto"/>
                <a:ea typeface="Roboto"/>
                <a:cs typeface="Roboto"/>
                <a:sym typeface="Roboto"/>
              </a:rPr>
              <a:t>Fuzz Driver Creation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Fuzz Driver Development Methodology</a:t>
            </a:r>
            <a:endParaRPr i="1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good harness achieves both high code coverage and a high rate of bug  identification.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achieve this, you need: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 the CodeBase of the target code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Optimize for code coverage, cyclomatic complexity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Deterministic Behavior (No multithreading, no random)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Avoid Intentional Crashes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Fuzz Driver or Expand Existing Driver?</a:t>
            </a:r>
            <a:endParaRPr i="1"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New Fuzz Driver: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Untouched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Unfuzzed interface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Large codebases with complex functions / dependencies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Expand Existing Fuzz Driver: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Fix blocked code (explore the Fuzz Introspector report)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Minor improvements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Smaller codebases calling multiple simple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[1/3]</a:t>
            </a:r>
            <a:endParaRPr i="1"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Checklist: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Run a fuzz introspector report and view the call tree, looking at unreached sections, and determine why these areas are not being hit.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Vary the structure and constraints on your input data. Are many runs failing early due to invalid data types?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Could different parameter combinations hit code not currently being reached?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Examine the functions being called. Could you call functions higher on the call tree to reach more code?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Experiment with different sanitizers and check for hidden errors, revealed by fuzzing runs with address, undefined, thread, and memory sanitizers.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[2/3]</a:t>
            </a:r>
            <a:endParaRPr i="1"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Checklist: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Are you using a seed corpus? Can you make this corpus more diverse and also remove redundant samples?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Could implementing additional preconditions be necessary to fulfill control dependencies needed for untouched code?  I.E., do you need to open a file before you can read from it?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Look for complex branch conditions involving checksums, hashes, or magic values.  Could you add custom comparators to your fuzz driver, or bypass these checks by calling functions beyond them?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Are timeouts or memory errors occurring when running your fuzz driver?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[3/3]</a:t>
            </a:r>
            <a:endParaRPr i="1"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Checklist: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Can you improve performance by testing and optimizing your code?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you see the need to extend your fuzz driver by calling additional functions or by creating a different new fuzz driver entirely?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Tricks</a:t>
            </a:r>
            <a:endParaRPr i="1"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GitHub or blog posts for different projects with a similar theme or structure and adopt their fuzz drivers for your project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existing OSS-Fuzz drivers: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https://github.com/search?q=repo%3Agoogle%2Foss-fuzz+path%3A%2F%5Eprojects%5C%2F%2F++AND+%28language%3AC%2B%2B+OR+language%3AC%29&amp;type=code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Time-Saving Tricks</a:t>
            </a:r>
            <a:endParaRPr i="1"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Tweaking code and  then regenerating coverage reports can be slow.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Compiling and then running your fuzz driver is much faster.</a:t>
            </a:r>
            <a:endParaRPr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Put Fuzzer into debugging mode, watch output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Add print statements into the source code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Create intentional crashes into the source code </a:t>
            </a:r>
            <a:br>
              <a:rPr lang="en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(Example: null pointer dereference)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The project source code is always available in the Fuzz </a:t>
            </a:r>
            <a:r>
              <a:rPr lang="en-US" dirty="0" smtClean="0">
                <a:latin typeface="Consolas"/>
                <a:ea typeface="Consolas"/>
                <a:cs typeface="Consolas"/>
                <a:sym typeface="Consolas"/>
              </a:rPr>
              <a:t>Platform</a:t>
            </a:r>
            <a:r>
              <a:rPr lang="en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under “Workspace”, or in the shell under /src-{sanitizer}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Reports</a:t>
            </a:r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911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code online on: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https://introspector.oss-fuzz.com/projects-overview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Github repository links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Project statistics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Code coverage of existing fuzz drivers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Browse source code coverage reports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525" y="0"/>
            <a:ext cx="3669475" cy="1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 title="Screenshot 2025-05-11 0958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4525" y="1931800"/>
            <a:ext cx="3669474" cy="322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Introspector</a:t>
            </a:r>
            <a:endParaRPr i="1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analysis tools are useful to analyze source code complexity, function parameters, and finding functions high in the call tree to fuzz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Fuzz Introspector reports can be generated manually or viewed online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Evaluate the effectiveness of existing fuzz drivers or test new ones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Troubleshoot sections of code the fuzz driver fails to reach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List possible functions with high reach/complexity to create a new fuzz driver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On-screen Show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Oswald</vt:lpstr>
      <vt:lpstr>Roboto</vt:lpstr>
      <vt:lpstr>Roboto Light</vt:lpstr>
      <vt:lpstr>Consolas</vt:lpstr>
      <vt:lpstr>Arial</vt:lpstr>
      <vt:lpstr>Slideashvili 2019.12</vt:lpstr>
      <vt:lpstr>Investigating a Project  &amp; Picking a Function to Fuzz</vt:lpstr>
      <vt:lpstr>Start with a Simple Project</vt:lpstr>
      <vt:lpstr>Picking a Function to Fuzz</vt:lpstr>
      <vt:lpstr>Fuzz Driver Creation Process</vt:lpstr>
      <vt:lpstr>Good Fuzz Driver Development Methodology</vt:lpstr>
      <vt:lpstr>New Fuzz Driver or Expand Existing Driver?</vt:lpstr>
      <vt:lpstr> Improving Your Fuzz Driver [1/3]</vt:lpstr>
      <vt:lpstr> Improving Your Fuzz Driver [2/3]</vt:lpstr>
      <vt:lpstr> Improving Your Fuzz Driver [3/3]</vt:lpstr>
      <vt:lpstr>Other Tricks</vt:lpstr>
      <vt:lpstr>More Time-Saving Tricks</vt:lpstr>
      <vt:lpstr>Online Reports</vt:lpstr>
      <vt:lpstr>Fuzz Introspector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a Project  &amp; Picking a Function to Fuzz</dc:title>
  <cp:lastModifiedBy>Microsoft account</cp:lastModifiedBy>
  <cp:revision>2</cp:revision>
  <dcterms:modified xsi:type="dcterms:W3CDTF">2026-06-24T01:35:33Z</dcterms:modified>
</cp:coreProperties>
</file>