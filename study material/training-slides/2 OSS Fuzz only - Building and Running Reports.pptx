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Oswald" panose="020B0604020202020204" charset="0"/>
      <p:regular r:id="rId17"/>
      <p:bold r:id="rId18"/>
    </p:embeddedFont>
    <p:embeddedFont>
      <p:font typeface="Roboto Light" panose="020B0604020202020204" charset="0"/>
      <p:regular r:id="rId19"/>
      <p:bold r:id="rId20"/>
      <p:italic r:id="rId21"/>
      <p:boldItalic r:id="rId22"/>
    </p:embeddedFon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Roboto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58" y="3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009817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8f71ddc4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88f71ddc4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9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9455f8a6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9455f8a69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8597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ce90e77f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ce90e77fb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9377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ce90e77fb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ce90e77fb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5265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ce90e77fb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ce90e77fb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5348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e8223438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e8223438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8967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ce90e77f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4ce90e77fb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6724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ce90e77fb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ce90e77fb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70679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ce90e77f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ce90e77f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1662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ce90e77fb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4ce90e77fb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1609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ce90e77fb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4ce90e77fb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3111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ce90e77fb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ce90e77fb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0869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ce90e77f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4ce90e77fb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53746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ce90e77fb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ce90e77fb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20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ITLE_AND_TWO_COLUMNS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57200" y="241575"/>
            <a:ext cx="39945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692275" y="241575"/>
            <a:ext cx="39945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TITLE_AND_TWO_COLUMNS_1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250875" y="241575"/>
            <a:ext cx="28293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6063675" y="241575"/>
            <a:ext cx="28293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3"/>
          </p:nvPr>
        </p:nvSpPr>
        <p:spPr>
          <a:xfrm>
            <a:off x="3157350" y="241575"/>
            <a:ext cx="28293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7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 rtl="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Only">
  <p:cSld name="TITLE_AND_BODY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457200" y="233438"/>
            <a:ext cx="8229600" cy="46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Subtitle">
  <p:cSld name="TITLE_ONLY_1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ubTitle" idx="1"/>
          </p:nvPr>
        </p:nvSpPr>
        <p:spPr>
          <a:xfrm>
            <a:off x="685800" y="2179341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"/>
              <a:buNone/>
              <a:defRPr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" type="secHead">
  <p:cSld name="SECTION_HEAD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ancy Section Title">
  <p:cSld name="CUSTOM">
    <p:bg>
      <p:bgPr>
        <a:solidFill>
          <a:srgbClr val="351C75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19700" y="2287400"/>
            <a:ext cx="6523800" cy="5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2"/>
          </p:nvPr>
        </p:nvSpPr>
        <p:spPr>
          <a:xfrm>
            <a:off x="219700" y="499975"/>
            <a:ext cx="6523800" cy="178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3"/>
          </p:nvPr>
        </p:nvSpPr>
        <p:spPr>
          <a:xfrm>
            <a:off x="219700" y="2856225"/>
            <a:ext cx="6523800" cy="17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Ideas">
  <p:cSld name="CUSTOM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37475" y="868313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title" idx="2"/>
          </p:nvPr>
        </p:nvSpPr>
        <p:spPr>
          <a:xfrm>
            <a:off x="537475" y="3055688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deas">
  <p:cSld name="CUSTOM_1_2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37475" y="618338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title" idx="2"/>
          </p:nvPr>
        </p:nvSpPr>
        <p:spPr>
          <a:xfrm>
            <a:off x="537475" y="3349413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title" idx="3"/>
          </p:nvPr>
        </p:nvSpPr>
        <p:spPr>
          <a:xfrm>
            <a:off x="537475" y="1983875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ral Idea">
  <p:cSld name="CUSTOM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37475" y="868313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lendar">
  <p:cSld name="CUSTOM_3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7"/>
          <p:cNvCxnSpPr/>
          <p:nvPr/>
        </p:nvCxnSpPr>
        <p:spPr>
          <a:xfrm>
            <a:off x="3048000" y="0"/>
            <a:ext cx="0" cy="514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0" name="Google Shape;70;p17"/>
          <p:cNvCxnSpPr/>
          <p:nvPr/>
        </p:nvCxnSpPr>
        <p:spPr>
          <a:xfrm>
            <a:off x="6096000" y="0"/>
            <a:ext cx="0" cy="514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1" name="Google Shape;71;p17"/>
          <p:cNvCxnSpPr/>
          <p:nvPr/>
        </p:nvCxnSpPr>
        <p:spPr>
          <a:xfrm>
            <a:off x="0" y="1285875"/>
            <a:ext cx="9145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2" name="Google Shape;72;p17"/>
          <p:cNvCxnSpPr/>
          <p:nvPr/>
        </p:nvCxnSpPr>
        <p:spPr>
          <a:xfrm>
            <a:off x="0" y="3857625"/>
            <a:ext cx="9145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3" name="Google Shape;73;p17"/>
          <p:cNvCxnSpPr/>
          <p:nvPr/>
        </p:nvCxnSpPr>
        <p:spPr>
          <a:xfrm>
            <a:off x="0" y="257175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4" name="Google Shape;74;p17"/>
          <p:cNvSpPr txBox="1"/>
          <p:nvPr/>
        </p:nvSpPr>
        <p:spPr>
          <a:xfrm>
            <a:off x="17514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January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47994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February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78492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March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17514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April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47994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May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78492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June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17514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July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47994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August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78492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September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17514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October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7994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November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78492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December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  <a:def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st.github.com/mikea/d23a839cba68778d94e0302e8a2c200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ntrospector.oss-fuzz.com/projects-overview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OSS-Fuzz Driver Development</a:t>
            </a:r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Ubuntu 24.04 </a:t>
            </a:r>
            <a:r>
              <a:rPr lang="en" dirty="0" smtClean="0"/>
              <a:t>VM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 i="1"/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modern Linux environment capable of running Docker and Python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(example: Ubuntu 24.04 running in VMWare Workstation or Virtualbox)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Docker images can consume significant disk space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Run </a:t>
            </a:r>
            <a:r>
              <a:rPr lang="en" u="sng">
                <a:solidFill>
                  <a:schemeClr val="hlink"/>
                </a:solidFill>
                <a:hlinkClick r:id="rId3"/>
              </a:rPr>
              <a:t>docker-cleanup</a:t>
            </a:r>
            <a:r>
              <a:rPr lang="en"/>
              <a:t> periodically to garbage-collect unused images.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Note: The Bash (Bourne Again SHell) is required for OSS-Fuzz challenges, and OSS-Fuzz specific commands unfortunately do not work in scripts.  Bash is the default shell unless you change it.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Installation</a:t>
            </a:r>
            <a:endParaRPr i="1"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Install Docker: (Only needed for local configurations)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curl -sSL https://get.docker.com/ | sh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dockerd-rootless-setuptool.sh install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Install OSS-Fuzz: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git clone https://github.com/google/oss-fuzz /opt/oss-fuzz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Pick a project: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cd /opt/oss-fuzz/projects/minizip/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Installation cont.</a:t>
            </a:r>
            <a:endParaRPr i="1"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Examine the configuration needed for the project: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cat Dockerfile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…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apt-get update &amp;&amp; apt-get install -y make cmake pkg-config libssl-dev:i386 zlib1g-dev:i386 libbz2-dev:i386 liblzma-dev:i386 libzstd-dev:i386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…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git clone -b develop https://github.com/zlib-ng/minizip-ng /home/hacker/minizip-ng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Download the project outside of docker: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git clone -b develop https://github.com/zlib-ng/minizip-ng /home/hacker/minizip-ng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Installation cont.</a:t>
            </a:r>
            <a:endParaRPr i="1"/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Install VSCode or any other editor: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https://code.visualstudio.com/docs/setup/linux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Open folder containing fuzzing drivers, such as: 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/home/hacker/minizip-ng/test/fuzz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Make a new fuzz driver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cp zip_fuzzer.c new_fuzzer.c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code details</a:t>
            </a:r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9113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Browse code online on: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https://introspector.oss-fuzz.com/projects-overview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Github repository links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Project statistics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Code coverage of existing fuzz drivers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Browse source code coverage reports</a:t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0611" y="1931800"/>
            <a:ext cx="3243389" cy="321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4525" y="0"/>
            <a:ext cx="3669475" cy="19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</a:t>
            </a:r>
            <a:endParaRPr i="1"/>
          </a:p>
        </p:txBody>
      </p:sp>
      <p:sp>
        <p:nvSpPr>
          <p:cNvPr id="129" name="Google Shape;129;p2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in the project folder (/opt/oss-fuzz/projects/minizip/)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edit build.sh and add any code references needed for new_fuzzer.c</a:t>
            </a:r>
            <a:br>
              <a:rPr lang="en"/>
            </a:br>
            <a:r>
              <a:rPr lang="en"/>
              <a:t>       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(not needed for minizip)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Option #1 (copy fuzz driver into docker image): edit Dockerfile and add: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COPY /home/hacker/minizip-ng/test/fuzz/new_fuzzer.c $SRC/minizip-ng/test/fuzz/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Option #2 (specify work folder in commands): edit Dockerfile and disable: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#RUN git clone -b develop https://github.com/zlib-ng/minizip-ng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Google’s OSS-Fuzz Documentation</a:t>
            </a:r>
            <a:endParaRPr i="1"/>
          </a:p>
        </p:txBody>
      </p:sp>
      <p:sp>
        <p:nvSpPr>
          <p:cNvPr id="135" name="Google Shape;135;p2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4243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From: https://google.github.io/oss-fuzz/getting-started/new-project-guide/#fuzzer-execution-environment</a:t>
            </a:r>
            <a:endParaRPr sz="120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$ python3 infra/helper.py build_image $PROJECT_NAME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$ python3 infra/helper.py build_fuzzers --sanitizer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&lt;address/memory/undefined&gt; $PROJECT_NAME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$ python3 infra/helper.py check_build $PROJECT_NAME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$ python3 infra/helper.py run_fuzzer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--corpus-dir=&lt;path-to-temp-corpus-dir&gt; $PROJECT_NAME &lt;fuzz_target&gt;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$ python3 infra/helper.py build_fuzzers --sanitizer coverage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$PROJECT_NAME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$ python3 infra/helper.py coverage $PROJECT_NAME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--fuzz-target=&lt;fuzz_target&gt; --corpus-dir=&lt;path-to-temp-corpus-dir&gt;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Compile</a:t>
            </a:r>
            <a:endParaRPr i="1"/>
          </a:p>
        </p:txBody>
      </p:sp>
      <p:sp>
        <p:nvSpPr>
          <p:cNvPr id="141" name="Google Shape;141;p26"/>
          <p:cNvSpPr txBox="1">
            <a:spLocks noGrp="1"/>
          </p:cNvSpPr>
          <p:nvPr>
            <p:ph type="body" idx="1"/>
          </p:nvPr>
        </p:nvSpPr>
        <p:spPr>
          <a:xfrm>
            <a:off x="457200" y="1155175"/>
            <a:ext cx="8229600" cy="39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All commands are assumed to be executed from this root folder:</a:t>
            </a:r>
            <a:endParaRPr sz="170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$ cd /opt/oss-fuzz</a:t>
            </a:r>
            <a:br>
              <a:rPr lang="en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$ python3 infra/helper.py build_image minizip &amp;&amp; \</a:t>
            </a:r>
            <a:br>
              <a:rPr lang="en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python3 infra/helper.py build_fuzzers minizip \</a:t>
            </a:r>
            <a:br>
              <a:rPr lang="en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 /home/hacker/minizip-ng/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The new_fuzzer driver is NOT compiling!  Let’s diagnose:</a:t>
            </a:r>
            <a:endParaRPr sz="170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$ cd /opt/oss-fuzz/projects/minizip</a:t>
            </a:r>
            <a:br>
              <a:rPr lang="en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$ grep -rnwI . -e 'LLVMFuzzerTestOneInput'</a:t>
            </a:r>
            <a:br>
              <a:rPr lang="en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$ grep -rnwI . -e 'zip_fuzzer.c'</a:t>
            </a:r>
            <a:br>
              <a:rPr lang="en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$ grep -rnwI . -e 'zip_fuzzer'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./minizip-ng/CMakeLists.txt:976:	configure_fuzz_test(zip_fuzzer)</a:t>
            </a:r>
            <a:br>
              <a:rPr lang="en" sz="1700"/>
            </a:br>
            <a:r>
              <a:rPr lang="en" sz="1700"/>
              <a:t>./minizip-ng/CMakeLists.txt:980:    	install(TARGETS zip_fuzzer RUNTIME DESTINATION "${CMAKE_INSTALL_BINDIR}")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Fixing Compile</a:t>
            </a:r>
            <a:endParaRPr i="1"/>
          </a:p>
        </p:txBody>
      </p:sp>
      <p:sp>
        <p:nvSpPr>
          <p:cNvPr id="147" name="Google Shape;147;p2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 ./minizip-ng/CMakeLists.txt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@@ -953,10 +953,12 @@</a:t>
            </a:r>
            <a:br>
              <a:rPr lang="en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	configure_fuzz_test(zip_fuzzer)</a:t>
            </a:r>
            <a:br>
              <a:rPr lang="en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	configure_fuzz_test(unzip_fuzzer)</a:t>
            </a:r>
            <a:br>
              <a:rPr lang="en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+	configure_fuzz_test(new_fuzzer)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	if(NOT SKIP_INSTALL_BINARIES AND NOT SKIP_INSTALL_ALL)</a:t>
            </a:r>
            <a:br>
              <a:rPr lang="en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 	install(TARGETS zip_fuzzer RUNTIME DESTINATION "${CMAKE_INSTALL_BINDIR}")</a:t>
            </a:r>
            <a:br>
              <a:rPr lang="en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 	install(TARGETS unzip_fuzzer RUNTIME DESTINATION "${CMAKE_INSTALL_BINDIR}")</a:t>
            </a:r>
            <a:br>
              <a:rPr lang="en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+    	install(TARGETS new_fuzzer RUNTIME DESTINATION "${CMAKE_INSTALL_BINDIR}")</a:t>
            </a:r>
            <a:br>
              <a:rPr lang="en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	endif()</a:t>
            </a:r>
            <a:br>
              <a:rPr lang="en" sz="13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endif()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edit Dockerfile (If Option #1)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COPY /home/hacker/minizip-ng/CMakeLists.txt $SRC/minizip-ng/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Verifying the Fix</a:t>
            </a:r>
            <a:endParaRPr i="1"/>
          </a:p>
        </p:txBody>
      </p:sp>
      <p:sp>
        <p:nvSpPr>
          <p:cNvPr id="153" name="Google Shape;153;p2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python3 infra/helper.py build_fuzzers minizip \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/home/hacker/minizip-ng/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/>
            </a:r>
            <a:br>
              <a:rPr lang="en"/>
            </a:br>
            <a:r>
              <a:rPr lang="en" sz="1600"/>
              <a:t>[ 73%] Built target minizip</a:t>
            </a:r>
            <a:br>
              <a:rPr lang="en" sz="1600"/>
            </a:br>
            <a:r>
              <a:rPr lang="en" sz="1600"/>
              <a:t>[ 78%] Building C object CMakeFiles/unzip_fuzzer.dir/test/fuzz/unzip_fuzzer.c.o</a:t>
            </a:r>
            <a:br>
              <a:rPr lang="en" sz="1600"/>
            </a:br>
            <a:r>
              <a:rPr lang="en" sz="1600"/>
              <a:t>[ 86%] Building C object CMakeFiles/new_fuzzer.dir/test/fuzz/new_fuzzer.c.o</a:t>
            </a:r>
            <a:br>
              <a:rPr lang="en" sz="1600"/>
            </a:br>
            <a:r>
              <a:rPr lang="en" sz="1600"/>
              <a:t>[ 86%] Building C object CMakeFiles/zip_fuzzer.dir/test/fuzz/zip_fuzzer.c.o</a:t>
            </a:r>
            <a:br>
              <a:rPr lang="en" sz="1600"/>
            </a:br>
            <a:r>
              <a:rPr lang="en" sz="1600"/>
              <a:t>[ 91%] Linking CXX executable zip_fuzzer</a:t>
            </a:r>
            <a:br>
              <a:rPr lang="en" sz="1600"/>
            </a:br>
            <a:r>
              <a:rPr lang="en" sz="1600"/>
              <a:t>[ 95%] Linking CXX executable unzip_fuzzer</a:t>
            </a:r>
            <a:br>
              <a:rPr lang="en" sz="1600"/>
            </a:br>
            <a:r>
              <a:rPr lang="en" sz="1600"/>
              <a:t>[100%] Linking CXX executable new_fuzzer</a:t>
            </a:r>
            <a:br>
              <a:rPr lang="en" sz="1600"/>
            </a:br>
            <a:r>
              <a:rPr lang="en" sz="1600"/>
              <a:t>[100%] Built target new_fuzzer</a:t>
            </a:r>
            <a:br>
              <a:rPr lang="en" sz="1600"/>
            </a:br>
            <a:r>
              <a:rPr lang="en" sz="1600"/>
              <a:t>[100%] Built target unzip_fuzzer</a:t>
            </a:r>
            <a:br>
              <a:rPr lang="en" sz="1600"/>
            </a:br>
            <a:r>
              <a:rPr lang="en" sz="1600"/>
              <a:t>[100%] Built target zip_fuzzer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Coverage report for new_fuzzer only</a:t>
            </a:r>
            <a:endParaRPr i="1"/>
          </a:p>
        </p:txBody>
      </p:sp>
      <p:sp>
        <p:nvSpPr>
          <p:cNvPr id="159" name="Google Shape;159;p2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$ python3 infra/helper.py build_fuzzers minizip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/home/hacker/minizip-ng &amp;&amp;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python3 infra/helper.py run_fuzzer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--corpus-dir=/opt/oss-fuzz/build/corpus/minizip/new_fuzzer minizip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new_fuzzer -- -max_total_time=30 &amp;&amp;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python3 infra/helper.py build_fuzzers --sanitizer coverage minizip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/home/hacker/minizip-ng &amp;&amp;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python3 infra/helper.py coverage --fuzz-target=new_fuzzer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--corpus-dir=/opt/oss-fuzz/build/corpus/minizip/new_fuzzer minizip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Coverage report for all fuzz drivers combined</a:t>
            </a:r>
            <a:endParaRPr i="1"/>
          </a:p>
        </p:txBody>
      </p:sp>
      <p:sp>
        <p:nvSpPr>
          <p:cNvPr id="165" name="Google Shape;165;p3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4189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$ python3 infra/helper.py build_fuzzers minizip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/home/hacker/minizip-ng/ &amp;&amp;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python3 infra/helper.py run_fuzzer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--corpus-dir=/opt/oss-fuzz/build/corpus/minizip/new_fuzzer minizip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new_fuzzer -- -max_total_time=30 &amp;&amp;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python3 infra/helper.py run_fuzzer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--corpus-dir=/opt/oss-fuzz/build/corpus/minizip/unzip_fuzzer minizip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unzip_fuzzer -- -max_total_time=30 &amp;&amp;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python3 infra/helper.py run_fuzzer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--corpus-dir=/opt/oss-fuzz/build/corpus/minizip/zip_fuzzer minizip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zip_fuzzer -- -max_total_time=30 &amp;&amp;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python3 infra/helper.py build_fuzzers --sanitizer coverage minizip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/home/hacker/minizip-ng/ &amp;&amp; \</a:t>
            </a:r>
            <a:br>
              <a:rPr lang="en" sz="15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python3 infra/helper.py coverage --no-corpus-download minizip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 Introspector</a:t>
            </a:r>
            <a:endParaRPr i="1"/>
          </a:p>
        </p:txBody>
      </p:sp>
      <p:sp>
        <p:nvSpPr>
          <p:cNvPr id="171" name="Google Shape;171;p3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3553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for syntax options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python3 infra/helper.py introspector -h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Create report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python3 infra/helper.py introspector minizip \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/home/hacker/minizip-ng/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View in html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   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$ python3 -m http.server 8008 --directory  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/opt/oss-fuzz/build/out/minizip/introspector-report/inspector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(open Fuzz_report.html)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ashvili 2019.12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</Words>
  <Application>Microsoft Office PowerPoint</Application>
  <PresentationFormat>On-screen Show (16:9)</PresentationFormat>
  <Paragraphs>85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Oswald</vt:lpstr>
      <vt:lpstr>Roboto Light</vt:lpstr>
      <vt:lpstr>Consolas</vt:lpstr>
      <vt:lpstr>Arial</vt:lpstr>
      <vt:lpstr>Roboto</vt:lpstr>
      <vt:lpstr>Slideashvili 2019.12</vt:lpstr>
      <vt:lpstr>OSS-Fuzz Driver Development</vt:lpstr>
      <vt:lpstr>Requirements</vt:lpstr>
      <vt:lpstr>Installation</vt:lpstr>
      <vt:lpstr>Installation cont.</vt:lpstr>
      <vt:lpstr>Installation cont.</vt:lpstr>
      <vt:lpstr>Online code details</vt:lpstr>
      <vt:lpstr>Integration</vt:lpstr>
      <vt:lpstr>Google’s OSS-Fuzz Documentation</vt:lpstr>
      <vt:lpstr>Compile</vt:lpstr>
      <vt:lpstr>Fixing Compile</vt:lpstr>
      <vt:lpstr>Verifying the Fix</vt:lpstr>
      <vt:lpstr>Coverage report for new_fuzzer only</vt:lpstr>
      <vt:lpstr>Coverage report for all fuzz drivers combined</vt:lpstr>
      <vt:lpstr>Fuzz Introspector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OSS-Fuzz Driver Development</dc:title>
  <cp:lastModifiedBy>Microsoft account</cp:lastModifiedBy>
  <cp:revision>1</cp:revision>
  <dcterms:modified xsi:type="dcterms:W3CDTF">2026-05-07T04:29:24Z</dcterms:modified>
</cp:coreProperties>
</file>