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Oswald" panose="020B0604020202020204" charset="0"/>
      <p:regular r:id="rId11"/>
      <p:bold r:id="rId12"/>
    </p:embeddedFont>
    <p:embeddedFont>
      <p:font typeface="Roboto" panose="020B0604020202020204" charset="0"/>
      <p:regular r:id="rId13"/>
      <p:bold r:id="rId14"/>
      <p:italic r:id="rId15"/>
      <p:boldItalic r:id="rId16"/>
    </p:embeddedFont>
    <p:embeddedFont>
      <p:font typeface="Roboto Light" panose="020B0604020202020204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8" y="3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77472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8f71ddc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8f71ddc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130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6453b43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6453b43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252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dc5d9684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dc5d9684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3379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dc5d9684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dc5d9684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0416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dc5d9684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dc5d9684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0191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dc5d9684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dc5d9684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495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dc5d9684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dc5d9684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922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dc5d9684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dc5d96847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442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ITLE_AND_TWO_COLUMNS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57200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692275" y="241575"/>
            <a:ext cx="39945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AND_TWO_COLUMNS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508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063675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3"/>
          </p:nvPr>
        </p:nvSpPr>
        <p:spPr>
          <a:xfrm>
            <a:off x="3157350" y="241575"/>
            <a:ext cx="2829300" cy="46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243676" y="534950"/>
            <a:ext cx="286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1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TITLE_AND_BODY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457200" y="233438"/>
            <a:ext cx="8229600" cy="46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Subtitle">
  <p:cSld name="TITLE_ONLY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685800" y="2179341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"/>
              <a:buNone/>
              <a:defRPr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ncy Section Title">
  <p:cSld name="CUSTOM">
    <p:bg>
      <p:bgPr>
        <a:solidFill>
          <a:srgbClr val="351C75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19700" y="2287400"/>
            <a:ext cx="6523800" cy="5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/>
          </p:nvPr>
        </p:nvSpPr>
        <p:spPr>
          <a:xfrm>
            <a:off x="219700" y="49997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/>
          </p:nvPr>
        </p:nvSpPr>
        <p:spPr>
          <a:xfrm>
            <a:off x="219700" y="2856225"/>
            <a:ext cx="6523800" cy="17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deas">
  <p:cSld name="CUSTOM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 idx="2"/>
          </p:nvPr>
        </p:nvSpPr>
        <p:spPr>
          <a:xfrm>
            <a:off x="537475" y="305568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deas">
  <p:cSld name="CUSTOM_1_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37475" y="618338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 idx="2"/>
          </p:nvPr>
        </p:nvSpPr>
        <p:spPr>
          <a:xfrm>
            <a:off x="537475" y="33494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 idx="3"/>
          </p:nvPr>
        </p:nvSpPr>
        <p:spPr>
          <a:xfrm>
            <a:off x="537475" y="1983875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ral Idea">
  <p:cSld name="CUSTOM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37475" y="868313"/>
            <a:ext cx="80691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endar">
  <p:cSld name="CUSTOM_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7"/>
          <p:cNvCxnSpPr/>
          <p:nvPr/>
        </p:nvCxnSpPr>
        <p:spPr>
          <a:xfrm>
            <a:off x="3048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0" name="Google Shape;70;p17"/>
          <p:cNvCxnSpPr/>
          <p:nvPr/>
        </p:nvCxnSpPr>
        <p:spPr>
          <a:xfrm>
            <a:off x="6096000" y="0"/>
            <a:ext cx="0" cy="514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" name="Google Shape;71;p17"/>
          <p:cNvCxnSpPr/>
          <p:nvPr/>
        </p:nvCxnSpPr>
        <p:spPr>
          <a:xfrm>
            <a:off x="0" y="128587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2" name="Google Shape;72;p17"/>
          <p:cNvCxnSpPr/>
          <p:nvPr/>
        </p:nvCxnSpPr>
        <p:spPr>
          <a:xfrm>
            <a:off x="0" y="3857625"/>
            <a:ext cx="9145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" name="Google Shape;73;p17"/>
          <p:cNvCxnSpPr/>
          <p:nvPr/>
        </p:nvCxnSpPr>
        <p:spPr>
          <a:xfrm>
            <a:off x="0" y="257175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4" name="Google Shape;74;p17"/>
          <p:cNvSpPr txBox="1"/>
          <p:nvPr/>
        </p:nvSpPr>
        <p:spPr>
          <a:xfrm>
            <a:off x="1751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January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7994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February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849200" y="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March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751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April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7994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May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849200" y="128587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June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751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July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7994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August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849200" y="2571750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September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751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October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994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November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849200" y="3857625"/>
            <a:ext cx="12966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/>
                <a:ea typeface="Oswald"/>
                <a:cs typeface="Oswald"/>
                <a:sym typeface="Oswald"/>
              </a:rPr>
              <a:t>December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●"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ctrTitle"/>
          </p:nvPr>
        </p:nvSpPr>
        <p:spPr>
          <a:xfrm>
            <a:off x="685800" y="1141203"/>
            <a:ext cx="7772400" cy="16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and Running Reports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Fuzz-</a:t>
            </a:r>
            <a:r>
              <a:rPr lang="en-US" dirty="0" smtClean="0"/>
              <a:t>Platform</a:t>
            </a:r>
            <a:r>
              <a:rPr lang="en" dirty="0" smtClean="0"/>
              <a:t> </a:t>
            </a:r>
            <a:r>
              <a:rPr lang="en" dirty="0"/>
              <a:t>Commands </a:t>
            </a:r>
            <a:endParaRPr i="1" dirty="0"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57200" y="1024000"/>
            <a:ext cx="8229600" cy="40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Note that these are only available in </a:t>
            </a:r>
            <a:r>
              <a:rPr lang="en" dirty="0" smtClean="0"/>
              <a:t>fuzz-</a:t>
            </a:r>
            <a:r>
              <a:rPr lang="en-US" dirty="0" smtClean="0"/>
              <a:t>Platform</a:t>
            </a:r>
            <a:r>
              <a:rPr lang="en" dirty="0" smtClean="0"/>
              <a:t> </a:t>
            </a:r>
            <a:r>
              <a:rPr lang="en" dirty="0"/>
              <a:t>challenges. For OSS-Fuzz challenges, `oss_help` displays oss-fuzz specific commands.  /src-orig Is never used except to initially create the 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/src-{sanitizer}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/>
              <a:t>folder on the first build.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Build:</a:t>
            </a:r>
            <a:endParaRPr b="1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 dirty="0">
                <a:latin typeface="Consolas"/>
                <a:ea typeface="Consolas"/>
                <a:cs typeface="Consolas"/>
                <a:sym typeface="Consolas"/>
              </a:rPr>
              <a:t>/challenge/build (sanitizer)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compiles the project</a:t>
            </a:r>
            <a:br>
              <a:rPr lang="en" dirty="0">
                <a:latin typeface="Consolas"/>
                <a:ea typeface="Consolas"/>
                <a:cs typeface="Consolas"/>
                <a:sym typeface="Consolas"/>
              </a:rPr>
            </a:b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Copies fuzz driver source code into `</a:t>
            </a:r>
            <a:r>
              <a:rPr lang="en" sz="1600" b="1" i="1" dirty="0"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600" b="1" i="1" dirty="0" smtClean="0">
                <a:latin typeface="Consolas"/>
                <a:ea typeface="Consolas"/>
                <a:cs typeface="Consolas"/>
                <a:sym typeface="Consolas"/>
              </a:rPr>
              <a:t>home/hacker/fuzz-</a:t>
            </a:r>
            <a:r>
              <a:rPr lang="en-US" sz="1600" b="1" i="1" dirty="0" smtClean="0">
                <a:latin typeface="Consolas"/>
                <a:ea typeface="Consolas"/>
                <a:cs typeface="Consolas"/>
                <a:sym typeface="Consolas"/>
              </a:rPr>
              <a:t>Platform</a:t>
            </a:r>
            <a:r>
              <a:rPr lang="en" sz="1600" b="1" i="1" dirty="0" smtClean="0">
                <a:latin typeface="Consolas"/>
                <a:ea typeface="Consolas"/>
                <a:cs typeface="Consolas"/>
                <a:sym typeface="Consolas"/>
              </a:rPr>
              <a:t>/(</a:t>
            </a:r>
            <a:r>
              <a:rPr lang="en" sz="1600" b="1" i="1" dirty="0">
                <a:latin typeface="Consolas"/>
                <a:ea typeface="Consolas"/>
                <a:cs typeface="Consolas"/>
                <a:sym typeface="Consolas"/>
              </a:rPr>
              <a:t>project)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`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Project Source code is placed in `</a:t>
            </a:r>
            <a:r>
              <a:rPr lang="en" sz="1600" b="1" dirty="0">
                <a:latin typeface="Consolas"/>
                <a:ea typeface="Consolas"/>
                <a:cs typeface="Consolas"/>
                <a:sym typeface="Consolas"/>
              </a:rPr>
              <a:t>/src-orig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`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`(sanitizer)` is an OPTIONAL value of `none` (Default) `address memory undefined thread coverage` or `inspector`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working code will be stored in `/src-{sanitizer}` such as `</a:t>
            </a:r>
            <a:r>
              <a:rPr lang="en" sz="1600" b="1" dirty="0">
                <a:latin typeface="Consolas"/>
                <a:ea typeface="Consolas"/>
                <a:cs typeface="Consolas"/>
                <a:sym typeface="Consolas"/>
              </a:rPr>
              <a:t>/src-none, /src-address, /src-memory /src-undefined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lang="en" sz="1600" b="1" dirty="0">
                <a:latin typeface="Consolas"/>
                <a:ea typeface="Consolas"/>
                <a:cs typeface="Consolas"/>
                <a:sym typeface="Consolas"/>
              </a:rPr>
              <a:t>/src-thread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` Fuzz drivers are placed in `</a:t>
            </a:r>
            <a:r>
              <a:rPr lang="en" sz="1600" b="1" dirty="0">
                <a:latin typeface="Consolas"/>
                <a:ea typeface="Consolas"/>
                <a:cs typeface="Consolas"/>
                <a:sym typeface="Consolas"/>
              </a:rPr>
              <a:t>/out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`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Fuzz-</a:t>
            </a:r>
            <a:r>
              <a:rPr lang="en-US" dirty="0" smtClean="0"/>
              <a:t>Platform</a:t>
            </a:r>
            <a:r>
              <a:rPr lang="en" dirty="0" smtClean="0"/>
              <a:t> </a:t>
            </a:r>
            <a:r>
              <a:rPr lang="en" dirty="0"/>
              <a:t>Commands </a:t>
            </a:r>
            <a:endParaRPr i="1" dirty="0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Rebuild: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`/challenge/rebuild (sanitizer)` </a:t>
            </a:r>
            <a:br>
              <a:rPr lang="en" b="1">
                <a:latin typeface="Consolas"/>
                <a:ea typeface="Consolas"/>
                <a:cs typeface="Consolas"/>
                <a:sym typeface="Consolas"/>
              </a:rPr>
            </a:b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Recompiles ONLY the fuzz drivers and not the entire project.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This command is used primarily to check for compile errors.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It may or may not replace the compiled fuzz driver in the /OUT directory!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`(sanitizer)` is an OPTIONAL value of `none` (Default) `address memory undefined thread coverage` or `inspector`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Fuzz-</a:t>
            </a:r>
            <a:r>
              <a:rPr lang="en-US" dirty="0" smtClean="0"/>
              <a:t>Platform</a:t>
            </a:r>
            <a:r>
              <a:rPr lang="en" dirty="0" smtClean="0"/>
              <a:t> </a:t>
            </a:r>
            <a:r>
              <a:rPr lang="en" dirty="0"/>
              <a:t>Commands </a:t>
            </a:r>
            <a:endParaRPr i="1"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Run: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`/out/(driver)` </a:t>
            </a:r>
            <a:br>
              <a:rPr lang="en" b="1">
                <a:latin typeface="Consolas"/>
                <a:ea typeface="Consolas"/>
                <a:cs typeface="Consolas"/>
                <a:sym typeface="Consolas"/>
              </a:rPr>
            </a:b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Runs a fuzz driver compiled with `/challenge/build`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Fuzz-</a:t>
            </a:r>
            <a:r>
              <a:rPr lang="en-US" dirty="0" smtClean="0"/>
              <a:t>Platform</a:t>
            </a:r>
            <a:r>
              <a:rPr lang="en" dirty="0" smtClean="0"/>
              <a:t> </a:t>
            </a:r>
            <a:r>
              <a:rPr lang="en" dirty="0"/>
              <a:t>Commands </a:t>
            </a:r>
            <a:endParaRPr i="1" dirty="0"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LOC: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`/challenge/loc (sanitizer) (driver)` </a:t>
            </a:r>
            <a:br>
              <a:rPr lang="en" b="1">
                <a:latin typeface="Consolas"/>
                <a:ea typeface="Consolas"/>
                <a:cs typeface="Consolas"/>
                <a:sym typeface="Consolas"/>
              </a:rPr>
            </a:b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Compiles and runs all fuzz drivers for 30 seconds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Reports LOC and functional coverage of each fuzz driver and the entire project.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`(sanitizer)` is an OPTIONAL value of `none` (Default) `address memory undefined thread coverage` or `inspector`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`(driver)` is an OPTIONAL value of exactly 1 fuzz driver to execute and provide coverage data.  If this is not provided, all of the fuzz drivers will be compiled. Example: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/challenge/loc newfuzzer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Fuzz-</a:t>
            </a:r>
            <a:r>
              <a:rPr lang="en-US" dirty="0" smtClean="0"/>
              <a:t>Platform</a:t>
            </a:r>
            <a:r>
              <a:rPr lang="en" dirty="0" smtClean="0"/>
              <a:t> </a:t>
            </a:r>
            <a:r>
              <a:rPr lang="en" dirty="0"/>
              <a:t>Commands </a:t>
            </a:r>
            <a:endParaRPr i="1" dirty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Fuzz Introspector: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`/challenge/fuzz-introspector` </a:t>
            </a:r>
            <a:br>
              <a:rPr lang="en" b="1">
                <a:latin typeface="Consolas"/>
                <a:ea typeface="Consolas"/>
                <a:cs typeface="Consolas"/>
                <a:sym typeface="Consolas"/>
              </a:rPr>
            </a:b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Compiles project and creates Fuzz Introspector report that can be viewed in a web browser under `Desktop`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Fuzz-</a:t>
            </a:r>
            <a:r>
              <a:rPr lang="en-US" dirty="0" smtClean="0"/>
              <a:t>Platform</a:t>
            </a:r>
            <a:r>
              <a:rPr lang="en" dirty="0" smtClean="0"/>
              <a:t> </a:t>
            </a:r>
            <a:r>
              <a:rPr lang="en" dirty="0"/>
              <a:t>Commands </a:t>
            </a:r>
            <a:endParaRPr i="1" dirty="0"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Other Commands: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`report`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Start Web server to view coverage report previously generated by `/challenge/loc`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`fi-report`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Start Web server to view coverage report previously generated by `/challenge/fuzz-introspector`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`loc-report`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 LOC report previously generated by `/challenge/loc`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Fuzz-</a:t>
            </a:r>
            <a:r>
              <a:rPr lang="en-US" dirty="0" smtClean="0"/>
              <a:t>Platform</a:t>
            </a:r>
            <a:r>
              <a:rPr lang="en" dirty="0" smtClean="0"/>
              <a:t> </a:t>
            </a:r>
            <a:r>
              <a:rPr lang="en" dirty="0"/>
              <a:t>Commands </a:t>
            </a:r>
            <a:endParaRPr i="1" dirty="0"/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Other Commands: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`find-drv (keyword)`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Locates all fuzz drivers in source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(keyword) is an OPTIONAL value to search the source code for, rather than fuzz driver references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`drivers`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Lists all fuzz drivers within `/out`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➢"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`test-crashes`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Tests all crash files within the `/out` directory by executing all fuzz drivers with all crash files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ashvili 2019.12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On-screen Show (16:9)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Oswald</vt:lpstr>
      <vt:lpstr>Roboto</vt:lpstr>
      <vt:lpstr>Roboto Light</vt:lpstr>
      <vt:lpstr>Consolas</vt:lpstr>
      <vt:lpstr>Arial</vt:lpstr>
      <vt:lpstr>Slideashvili 2019.12</vt:lpstr>
      <vt:lpstr>Building and Running Reports </vt:lpstr>
      <vt:lpstr>Fuzz-Platform Commands </vt:lpstr>
      <vt:lpstr>Fuzz-Platform Commands </vt:lpstr>
      <vt:lpstr>Fuzz-Platform Commands </vt:lpstr>
      <vt:lpstr>Fuzz-Platform Commands </vt:lpstr>
      <vt:lpstr>Fuzz-Platform Commands </vt:lpstr>
      <vt:lpstr>Fuzz-Platform Commands </vt:lpstr>
      <vt:lpstr>Fuzz-Platform Commands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and Running Reports </dc:title>
  <cp:lastModifiedBy>Microsoft account</cp:lastModifiedBy>
  <cp:revision>2</cp:revision>
  <dcterms:modified xsi:type="dcterms:W3CDTF">2026-06-24T01:34:11Z</dcterms:modified>
</cp:coreProperties>
</file>